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0"/>
    <p:restoredTop sz="94669"/>
  </p:normalViewPr>
  <p:slideViewPr>
    <p:cSldViewPr snapToGrid="0">
      <p:cViewPr>
        <p:scale>
          <a:sx n="100" d="100"/>
          <a:sy n="100" d="100"/>
        </p:scale>
        <p:origin x="-65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07EAA-155B-C664-5C78-10ADEADB8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B704BC5-3790-8A18-317A-00888EF0E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50C5F4-6697-D68D-B2DD-07BE356C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1969A37-8078-A9D6-0557-CF7C947A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1502E6-1FCC-64CF-DC76-F99B6E4E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797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F5C34-DC9D-B47E-C0FD-B2A78F79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3B74E2-FF05-08C4-44C1-7C2B2119E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0B16090-2B99-F5A1-1018-E0B6DFD98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377155A-9C7D-8EF9-259E-B134619B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E1635D-1A34-E69A-6642-40822D0E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577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18258-E241-2A5A-2ED4-FD2818241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4A49007-FD77-F87A-9201-4CBE33BAC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4848BE3-5AF8-1591-4CF5-70A6A510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6AF508D-37A0-6411-8785-B9B53C14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7934371-C1A1-68B5-7955-BBA3E673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369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05186E-6CAF-6E2F-7AC1-D41194DC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A32D019-B8F3-FB09-D5E5-C0F4E30E0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9B3D4BD-C8DA-1B2F-C7B8-68646B6CD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BBAE320-B9D9-0AC9-AFDB-B8EE4DF5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01BEBF5-6311-0A2E-4AAD-FDC0C38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96FFD1D-42FA-1F73-B1CB-50F380EA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4334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40B4E-90A2-B882-B9E9-AA3B39EE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89F3F1B-17BF-210A-3AAF-0D40C6835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0708B6B-679F-F9D3-F773-38CA6161F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BB07FD7-B63A-7C59-F72F-E039F03E7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8B7410D-E53E-0E12-DC3C-4DAB1B57E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AA981EB-DE0B-5EA2-636B-2E01EBAA4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6A1CE1D-5D29-D294-CB3D-C359C526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7901C34-C88F-ACFE-132C-81038F14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475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6184A0-615A-1B1B-2B9A-C7139518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0E535D5-9E23-99B6-3FB9-1A14A343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B8FBE7A-BEE0-743A-8E84-07ACAD69E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1490263-9E3B-1CE7-52E6-4E689CA4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066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A8C71AA-09C5-4B73-6259-4037C9D4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CBF4C8E-DC91-90DE-A738-0A7E6B22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D242934-5951-3013-1C38-62A4E0BB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582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9DC4BE-FF96-1180-4D9F-4DE51A1E2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39D1BF-E1A5-6C39-AFC2-F3FEF566B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7C16392-0DEC-DBA3-EDF7-32707D0AE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084AD74-17B8-F682-4DA7-76C455764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91FD209-6030-08F7-1B4D-FFDA9335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583ADA2-FADC-C533-6888-A141BF23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579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9592B9-CD39-6941-16EC-4C793F22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43B3E3E-5E4D-4EAE-297E-21C4C9535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006410E-93E7-35B2-CF34-ABD538B31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A67F0E3-4C1B-17D4-3319-5D5D173B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FEE5CE4-AB5E-9501-EB9A-684D15E4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E3334D-A4B3-A88F-A13E-EA367D6EA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019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380177-DC2E-8B51-0609-3282520F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DCD99AF-838D-DEB1-544C-8CFC28E9D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4E766EC-BE8A-AC10-6911-019F3475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F237140-9303-B8DE-1995-3604995D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30313E9-A396-95B0-513D-78D3BC54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811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A01BF1D-978C-A4C3-E1E7-605A2A82E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BB4ACBF-48CB-63ED-6CBB-8FF7F281D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A2A8F68-523C-9243-789A-E1B1D7DF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DB392FF-6463-D6BD-B27C-472525A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E283B3-A1CD-B848-5A94-BF6BD9A2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849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E2843FE-86ED-D812-678A-C3FB41363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06C30F7-64F0-2160-FA05-28514C706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021E434-4F22-F876-979E-38F24581F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5DAFF-7A04-874B-8459-5A944E29AF80}" type="datetimeFigureOut">
              <a:rPr lang="nl-NL" smtClean="0"/>
              <a:t>09-04-2026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3A5DA9F-DEF9-5580-CD2D-C75584457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AB4704D-D8DF-B464-E4DF-4666A47DE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5B58D-9F8E-7A40-91A0-AACD304E570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382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27FC17-8FEA-B4BF-F0C5-26DFD0C83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1026" name="Picture 2" descr="Watering Can Pictures PNG Transparent Images Free Download | Vector Files |  Pngtree">
            <a:extLst>
              <a:ext uri="{FF2B5EF4-FFF2-40B4-BE49-F238E27FC236}">
                <a16:creationId xmlns:a16="http://schemas.microsoft.com/office/drawing/2014/main" id="{B60D0CC3-0B19-9D09-B42E-0B9647F7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98539">
            <a:off x="6239346" y="1096170"/>
            <a:ext cx="3483923" cy="348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69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,326 Hedge Cutter Icon Royalty-Free Images, Stock Photos &amp; Pictures |  Shutterstock">
            <a:extLst>
              <a:ext uri="{FF2B5EF4-FFF2-40B4-BE49-F238E27FC236}">
                <a16:creationId xmlns:a16="http://schemas.microsoft.com/office/drawing/2014/main" id="{D8FCAE62-19BB-CDAC-17A8-F9F23958FA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98" b="42379"/>
          <a:stretch>
            <a:fillRect/>
          </a:stretch>
        </p:blipFill>
        <p:spPr bwMode="auto">
          <a:xfrm rot="18970767">
            <a:off x="4361499" y="2950422"/>
            <a:ext cx="3302000" cy="78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4C57D9D9-7E85-C790-BF46-20DEA9835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650" y="2228850"/>
            <a:ext cx="2552700" cy="24003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49D99B1-C5C2-38F6-05A8-E7705CCEED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06700" y="1587500"/>
            <a:ext cx="18542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5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BCF8-0D89-BAE3-FA29-8002ED12F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34D5FA84-4D86-4F47-CDF4-89383B638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02" t="11747" r="11857" b="18988"/>
          <a:stretch>
            <a:fillRect/>
          </a:stretch>
        </p:blipFill>
        <p:spPr>
          <a:xfrm>
            <a:off x="3895362" y="805541"/>
            <a:ext cx="4706323" cy="4750308"/>
          </a:xfrm>
          <a:prstGeom prst="rect">
            <a:avLst/>
          </a:prstGeom>
        </p:spPr>
      </p:pic>
      <p:pic>
        <p:nvPicPr>
          <p:cNvPr id="1026" name="Picture 2" descr="Vector red watering can isolated on a white background gardening tools |  Premium Vector">
            <a:extLst>
              <a:ext uri="{FF2B5EF4-FFF2-40B4-BE49-F238E27FC236}">
                <a16:creationId xmlns:a16="http://schemas.microsoft.com/office/drawing/2014/main" id="{37F35BD9-8F4A-C77A-8FB4-1950EBC546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7951" t="7739" r="11213" b="35964"/>
          <a:stretch>
            <a:fillRect/>
          </a:stretch>
        </p:blipFill>
        <p:spPr bwMode="auto">
          <a:xfrm rot="993181">
            <a:off x="5573739" y="3088760"/>
            <a:ext cx="2673581" cy="212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68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2324-8058-8022-5A3F-ACAA0642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ep 4">
            <a:extLst>
              <a:ext uri="{FF2B5EF4-FFF2-40B4-BE49-F238E27FC236}">
                <a16:creationId xmlns:a16="http://schemas.microsoft.com/office/drawing/2014/main" id="{E3575A67-BBAA-1B68-1043-439E147DB104}"/>
              </a:ext>
            </a:extLst>
          </p:cNvPr>
          <p:cNvGrpSpPr/>
          <p:nvPr/>
        </p:nvGrpSpPr>
        <p:grpSpPr>
          <a:xfrm>
            <a:off x="1424221" y="1747777"/>
            <a:ext cx="3772812" cy="3808072"/>
            <a:chOff x="1424221" y="1747777"/>
            <a:chExt cx="3772812" cy="3808072"/>
          </a:xfrm>
        </p:grpSpPr>
        <p:pic>
          <p:nvPicPr>
            <p:cNvPr id="4" name="Afbeelding 3">
              <a:extLst>
                <a:ext uri="{FF2B5EF4-FFF2-40B4-BE49-F238E27FC236}">
                  <a16:creationId xmlns:a16="http://schemas.microsoft.com/office/drawing/2014/main" id="{2A92C0C2-B7EF-1FFE-7694-09A1B7E99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754" t="25486" r="16815" b="18988"/>
            <a:stretch>
              <a:fillRect/>
            </a:stretch>
          </p:blipFill>
          <p:spPr>
            <a:xfrm>
              <a:off x="1424221" y="1747777"/>
              <a:ext cx="3772812" cy="3808072"/>
            </a:xfrm>
            <a:prstGeom prst="rect">
              <a:avLst/>
            </a:prstGeom>
          </p:spPr>
        </p:pic>
        <p:pic>
          <p:nvPicPr>
            <p:cNvPr id="1026" name="Picture 2" descr="Vector red watering can isolated on a white background gardening tools |  Premium Vector">
              <a:extLst>
                <a:ext uri="{FF2B5EF4-FFF2-40B4-BE49-F238E27FC236}">
                  <a16:creationId xmlns:a16="http://schemas.microsoft.com/office/drawing/2014/main" id="{173D9980-172D-29ED-2365-8C9EBDB2D6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l="17951" t="7739" r="11213" b="35964"/>
            <a:stretch>
              <a:fillRect/>
            </a:stretch>
          </p:blipFill>
          <p:spPr bwMode="auto">
            <a:xfrm rot="993181">
              <a:off x="2494873" y="3088760"/>
              <a:ext cx="2673581" cy="2124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Afbeelding 6">
            <a:extLst>
              <a:ext uri="{FF2B5EF4-FFF2-40B4-BE49-F238E27FC236}">
                <a16:creationId xmlns:a16="http://schemas.microsoft.com/office/drawing/2014/main" id="{91D7CA03-F0F1-26CF-7778-F1A10E6F7F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391"/>
          <a:stretch>
            <a:fillRect/>
          </a:stretch>
        </p:blipFill>
        <p:spPr>
          <a:xfrm>
            <a:off x="5606809" y="1524000"/>
            <a:ext cx="3772812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48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BB68-F36A-6FDC-80F2-19CD777AF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0F3A282-911E-E70C-3A4A-AC9D8513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27"/>
          <a:stretch>
            <a:fillRect/>
          </a:stretch>
        </p:blipFill>
        <p:spPr>
          <a:xfrm>
            <a:off x="3175000" y="798652"/>
            <a:ext cx="5842000" cy="588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0081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9C2514-099A-584D-889E-5C32B5526502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  <we:property name="claude.fileId" value="&quot;c834d3bf-276b-4085-bc4f-bcbfe1bc0c0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3254</TotalTime>
  <Words>0</Words>
  <Application>Microsoft Macintosh PowerPoint</Application>
  <PresentationFormat>Breedbeeld</PresentationFormat>
  <Paragraphs>0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Quido Corver</dc:creator>
  <cp:lastModifiedBy>Quido Corver</cp:lastModifiedBy>
  <cp:revision>4</cp:revision>
  <dcterms:created xsi:type="dcterms:W3CDTF">2026-03-19T15:34:43Z</dcterms:created>
  <dcterms:modified xsi:type="dcterms:W3CDTF">2026-04-09T13:00:10Z</dcterms:modified>
</cp:coreProperties>
</file>